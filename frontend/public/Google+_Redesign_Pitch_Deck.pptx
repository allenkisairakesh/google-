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Google+ Reimagined</a:t>
            </a:r>
          </a:p>
          <a:p>
            <a:pPr>
              <a:defRPr sz="2200">
                <a:solidFill>
                  <a:srgbClr val="4285F4"/>
                </a:solidFill>
              </a:defRPr>
            </a:pPr>
            <a:r>
              <a:t>The High-Signal Collaborative Social Network for Developers &amp; Creators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C05"/>
                </a:solidFill>
              </a:defRPr>
            </a:pPr>
            <a:r>
              <a:t>HACKATHON SUBMISSION DECK &amp; TECHNICAL DEFENSE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Submission Checklist: Working Prototype | Clean Source Code (frontend + backend) | 1-Page Summary | PPT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Rubric Focus: Problem Analysis (20) | Originality (20) | Tech Depth (20) | Prototype (15) | Impact (10) | Q&amp;A (10) | Execution (5)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1. CORE FINDING &amp;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Did the Original Google+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Analyzing product friction, forced identity, and audience dilution (20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A4335"/>
                </a:solidFill>
              </a:defRPr>
            </a:pPr>
            <a:r>
              <a:t>01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Forced Identity &amp; Resentment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Mandatory integration with YouTube comments &amp; Gmail alienated users. Created ghost profiles with inflated signups but zero active 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BBC05"/>
                </a:solidFill>
              </a:defRPr>
            </a:pPr>
            <a:r>
              <a:t>02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The 'Facebook Clone' Trap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Attempted to capture general friends &amp; family social networking without a differentiated reason to switch or distinct workflow moats.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03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Circles UX Friction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Circles was conceptually ahead of its time, but manual drag-and-drop created cognitive fatigue without clear default utility.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A853"/>
                </a:solidFill>
              </a:defRPr>
            </a:pPr>
            <a:r>
              <a:t>04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Ignored Developers &amp; Creators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Early G+ had vibrant tech and photography communities, but Google offered no portfolio hosting, repo integration, or micro-learning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2. STRATEGIC PIVOT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New Purpose: The Developer &amp; Creator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Transforming Google+ into high-signal technical collaboration &amp; micro-learning (20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285F4"/>
                </a:solidFill>
              </a:defRPr>
            </a:pPr>
            <a:r>
              <a:t>Target Audience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Software Engineers, AI/ML Researchers, Open-Source Maintainers, and Technical Creators seeking signal over algorithmic rage-bait.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9456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4A853"/>
                </a:solidFill>
              </a:defRPr>
            </a:pPr>
            <a:r>
              <a:t>Modernized Circles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Contextual, fluid audience segmentation: Post sensitive code to 'Core Team', career updates to 'Colleagues', or open-source demos to 'Public'.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BBC05"/>
                </a:solidFill>
              </a:defRPr>
            </a:pPr>
            <a:r>
              <a:t>Serendipitous Matching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Opt-in 'Instant Connect' engine pairs engineers for hackathons, co-founding, and mentoring based on complementary tech stacks.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0624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A4335"/>
                </a:solidFill>
              </a:defRPr>
            </a:pPr>
            <a:r>
              <a:t>Tech Entertainment (Reels)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Vertical short-form video discovery for code tips, architecture breakdowns, AI paper summaries, and developer culture.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3. SYSTEM ARCHITECTURE &amp; TECH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 Built: Production-Ready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Strict 2-folder monorepo: frontend/ (React 19) + backend/ (Node &amp; Supabase) (20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285F4"/>
                </a:solidFill>
              </a:defRPr>
            </a:pPr>
            <a:r>
              <a:t>Frontend Application (React 19 + Vite)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Built with React 19, TypeScript 5.8, Vite, Tailwind CSS v4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Instant Persona Switcher (Alex, Dr. Elena, Jordan, Maya)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Circles feed with markdown, syntax highlighting, and media previews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Light/dark theme persistence &amp; mobile-responsive drawer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A853"/>
                </a:solidFill>
              </a:defRPr>
            </a:pPr>
            <a:r>
              <a:t>Backend Services &amp; Microservices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Express + TypeScript microservice running on port 4000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Automated Link Scraper &amp; OpenGraph preview extraction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Deterministic Instant Connect scoring algorithm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Content toxicity &amp; spam inspection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BBC05"/>
                </a:solidFill>
              </a:defRPr>
            </a:pPr>
            <a:r>
              <a:t>Database &amp; Row Level Security (Supabase)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26-Table relational PostgreSQL schema (circles, reels, projects, events)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Strict Row Level Security (RLS) guaranteeing private circle isolation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Mandatory opt-in filtering for Instant Connect discoverability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Storage policies for user avatars, project assets, and 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ENTERTAINMENT &amp; CONTENT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Reels Hub: Micro-Learning for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Bite-sized technical content, algorithm animations, and interactive creator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114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A4335"/>
                </a:solidFill>
              </a:defRPr>
            </a:pPr>
            <a:r>
              <a:t>Interactive Player Capabilities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9:16 Vertical Video with Autoplay &amp; Pause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Audio Mute/Unmute Toggling with persistent memory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Interactive Like, Bookmark, and Share Counters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Slide-out Comments Drawer with real-time posting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Filter Pills: All, Tech, AI, Dev Life, Tips, Design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'Post Reel' Creator Modal with tags and 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103120"/>
            <a:ext cx="63093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BBC05"/>
                </a:solidFill>
              </a:defRPr>
            </a:pPr>
            <a:r>
              <a:t>Why Reels Changes the Game for Technical Networks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Demystifying Complex Tech in 60 Seconds: Visual animations of distributed consensus, memory layout, and neural attention graphs.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High Retention User Loop: Balances deep technical reading with high-tempo visual inspiration during breaks.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Monetization &amp; Creator Reach: Solves Google+'s fatal flaw by giving software educators and developers an organic viral discovery channel.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4. Contextual Integration: Links directly to verified GitHub repositories and open-source project 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PROTOTYPE &amp; 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1-Click Persona 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Experience how different developers interact with the platform in real time (15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Alex Rivera</a:t>
            </a:r>
          </a:p>
          <a:p>
            <a:pPr>
              <a:defRPr sz="1200" b="1">
                <a:solidFill>
                  <a:srgbClr val="4285F4"/>
                </a:solidFill>
              </a:defRPr>
            </a:pPr>
            <a:r>
              <a:t>Full-Stack Lead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Publishes React 19 architecture posts to 'Core Team'; discovers hackathon teammates via Instant 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Dr. Elena Rostova</a:t>
            </a:r>
          </a:p>
          <a:p>
            <a:pPr>
              <a:defRPr sz="1200" b="1">
                <a:solidFill>
                  <a:srgbClr val="EA4335"/>
                </a:solidFill>
              </a:defRPr>
            </a:pPr>
            <a:r>
              <a:t>AI Research Scientist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Shares PyTorch transformer benchmarks in 'AI Researchers' circle; watches ML paper summary Reels.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Jordan Lee</a:t>
            </a:r>
          </a:p>
          <a:p>
            <a:pPr>
              <a:defRPr sz="1200" b="1">
                <a:solidFill>
                  <a:srgbClr val="34A853"/>
                </a:solidFill>
              </a:defRPr>
            </a:pPr>
            <a:r>
              <a:t>Open Source Builder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Recruits Rust contributors on the Project Showcase board; hosts weekend virtual hackathons.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Maya Chen</a:t>
            </a:r>
          </a:p>
          <a:p>
            <a:pPr>
              <a:defRPr sz="1200" b="1">
                <a:solidFill>
                  <a:srgbClr val="FBBC05"/>
                </a:solidFill>
              </a:defRPr>
            </a:pPr>
            <a:r>
              <a:t>Lead Mobile Dev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Creates Swift &amp; Flutter tip Reels; engages in curated mobile engineering communities.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MARKET VIABILITY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Succeeds Where Old G+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Feasible go-to-market and compounding network effects (10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285F4"/>
                </a:solidFill>
              </a:defRPr>
            </a:pPr>
            <a:r>
              <a:t>The Developer Social Deficit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Traditional networks (X, LinkedIn) suffer from engagement bait and career posturing. Developers crave technical authenticity, code snippets, and direct collaboration.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4A853"/>
                </a:solidFill>
              </a:defRPr>
            </a:pPr>
            <a:r>
              <a:t>Go-To-Market via Hackathons &amp; Colleges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Seeding communities via student hackathons, open-source repositories, and developer advocate creator programs.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4747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BBC05"/>
                </a:solidFill>
              </a:defRPr>
            </a:pPr>
            <a:r>
              <a:t>Scalable Cloud Unit Economics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Built on edge-ready serverless microservices and Supabase Postgres RLS, scaling cost-effectively as user volume expands.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PRESENTATION &amp; Q&amp;A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Anticipated Questions &amp; Competitive Moats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Technical and strategic defense prepared for judges (10 pts Rubric)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285F4"/>
                </a:solidFill>
              </a:defRPr>
            </a:pPr>
            <a:r>
              <a:t>Q: Why not just use GitHub Discussions or Discord?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A: Discord is ephemeral and unindexed; GitHub is repository-bound. Google+ provides cross-project discovery, personal professional identity, and serendipitous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A853"/>
                </a:solidFill>
              </a:defRPr>
            </a:pPr>
            <a:r>
              <a:t>Q: How do you prevent spam in Instant Connect?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A: Instant Connect is strictly opt-in, time-boxed per event/session, and governed by automated toxicity and link inspectors.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A4335"/>
                </a:solidFill>
              </a:defRPr>
            </a:pPr>
            <a:r>
              <a:t>Q: How is data privacy enforced with Circles?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A: Cryptographically backed by PostgreSQL Row Level Security (RLS). A user outside a private circle cannot query those posts even via direct API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4335"/>
                </a:solidFill>
              </a:defRPr>
            </a:pPr>
            <a:r>
              <a:t>SUBMISSION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All Checklist Deliverables Ready &amp; Pushed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Time-Box Execution: 5 pts | Total Rubric Coverage: 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4A853"/>
                </a:solidFill>
              </a:defRPr>
            </a:pPr>
            <a:r>
              <a:t>OFFICIAL SUBMISSION CHECKLIST VERIFICATION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WORKING PROTOTYPE: Running live on port 5173 with verified zero-warning build (React 19, TypeScript, Vite, Tailwind v4).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SOURCE CODE: Clean 2-folder structure (frontend/ and backend/) with 0 junk files or binaries.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1-PAGE SUMMARY: 1_PAGE_SUMMARY.md covering Findings, New Purpose, and What You Built + live at /summary.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REELS FEATURE: Interactive 9:16 vertical video player with category filters, comments, and creation modal.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PRESENTATION DECK (PPT): PowerPoint (.pptx) file + in-app interactive slide viewer (/presentation).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GITHUB REPO: Committed and pushed to https://github.com/ALLENKISAIRAKESH/Google-.git.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